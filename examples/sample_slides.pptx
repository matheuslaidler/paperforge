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E86AB"/>
                </a:solidFill>
              </a:rPr>
              <a:t>Sample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</a:rPr>
              <a:t>A demonstration of paperforge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</a:rPr>
              <a:t>Matheus Laidler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</a:rPr>
              <a:t>Internal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AB"/>
                </a:solidFill>
              </a:rPr>
              <a:t>Why PaperForge?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E86AB"/>
                </a:solidFill>
              </a:rPr>
              <a:t>• </a:t>
            </a:r>
            <a:r>
              <a:rPr sz="1500" b="0">
                <a:solidFill>
                  <a:srgbClr val="222222"/>
                </a:solidFill>
              </a:rPr>
              <a:t>Single command: Markdown → PowerPoint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2E86AB"/>
                </a:solidFill>
              </a:rPr>
              <a:t>• </a:t>
            </a:r>
            <a:r>
              <a:rPr sz="1500" b="0">
                <a:solidFill>
                  <a:srgbClr val="222222"/>
                </a:solidFill>
              </a:rPr>
              <a:t>Auto-fit fonts when content overflows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2E86AB"/>
                </a:solidFill>
              </a:rPr>
              <a:t>• </a:t>
            </a:r>
            <a:r>
              <a:rPr sz="1500" b="0">
                <a:solidFill>
                  <a:srgbClr val="222222"/>
                </a:solidFill>
              </a:rPr>
              <a:t>Tables, code blocks, blockquotes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2E86AB"/>
                </a:solidFill>
              </a:rPr>
              <a:t>• </a:t>
            </a:r>
            <a:r>
              <a:rPr sz="1500" b="0">
                <a:solidFill>
                  <a:srgbClr val="222222"/>
                </a:solidFill>
              </a:rPr>
              <a:t>Image columns when a slide includes a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AB"/>
                </a:solidFill>
              </a:rPr>
              <a:t>Quick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460175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6"/>
              </a:tblGrid>
              <a:tr h="5059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Yield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60.3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69.3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+14.9%</a:t>
                      </a:r>
                    </a:p>
                  </a:txBody>
                  <a:tcPr/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ROS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6.4×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2.8×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−56%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AB"/>
                </a:solidFill>
              </a:rPr>
              <a:t>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60175" cy="321818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3218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222222"/>
                </a:solidFill>
                <a:latin typeface="Consolas"/>
              </a:rPr>
              <a:t>Markdown  →  parser  →  layout  →  python-pptx  →  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55090"/>
            <a:ext cx="11460175" cy="29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Designed to feel like writing a document, not configuring a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AB"/>
                </a:solidFill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94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E86AB"/>
                </a:solidFill>
              </a:rPr>
              <a:t>• </a:t>
            </a:r>
            <a:r>
              <a:rPr sz="1500" b="0">
                <a:solidFill>
                  <a:srgbClr val="222222"/>
                </a:solidFill>
              </a:rPr>
              <a:t>Run paperforge slides talk.md and open the result.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2E86AB"/>
                </a:solidFill>
              </a:rPr>
              <a:t>• </a:t>
            </a:r>
            <a:r>
              <a:rPr sz="1500" b="0">
                <a:solidFill>
                  <a:srgbClr val="222222"/>
                </a:solidFill>
              </a:rPr>
              <a:t>Customize the cover via YAML frontmatter.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2E86AB"/>
                </a:solidFill>
              </a:rPr>
              <a:t>• </a:t>
            </a:r>
            <a:r>
              <a:rPr sz="1500" b="0">
                <a:solidFill>
                  <a:srgbClr val="222222"/>
                </a:solidFill>
              </a:rPr>
              <a:t>Pick a theme: --theme dark, --theme minimal, --theme nature.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4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